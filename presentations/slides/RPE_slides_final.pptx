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46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107259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バーベルトレーニングにおける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主観的運動強度（RPE）の推定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9572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バー装着センサと単眼動画の骨格推定を統合したマルチモーダル手法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東京都立大学大学院  システムデザイン研究科  情報科学域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315968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横山研究室    高鍬 真輝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864608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指導教員　横山 昌平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19556" y="5715000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0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9556" y="57150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バー装着 IMU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39996" y="5715000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9996" y="57150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単眼動画の骨格推定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60436" y="5715000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0F4F8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0436" y="57150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 の機械学習推定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研究背景と課題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筋力トレーニングでは、負荷の決定を「アスリートの主観」に頼っている</a:t>
            </a:r>
            <a:endParaRPr lang="en-US" sz="2000" dirty="0"/>
          </a:p>
        </p:txBody>
      </p:sp>
      <p:pic>
        <p:nvPicPr>
          <p:cNvPr id="7" name="Image 0" descr="img/fig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11155680" cy="2880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70916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800600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RPE（主観的運動強度）とは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148072"/>
            <a:ext cx="50886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スクワット等のバーベル種目で広く使われる強度指標。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「あと何回挙げられるか」を 1〜10 の数値で申告する。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 10 = 限界 / 9 = あと1回 / 8 = あと2回 / 7 = あと3回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7356" y="470916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0236" y="4800600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既存手法の課題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0236" y="5148072"/>
            <a:ext cx="50886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主観ゆえのばらつき（個人差・経験差が大きい）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日々のコンディションにより申告がぶれる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既存のセンサ計測はバー速度のみで、フォームの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 崩れなど質的な変化を捉えられない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実験方法：バー装着センサ ＋ 単眼動画による計測</a:t>
            </a:r>
            <a:endParaRPr lang="en-US" sz="2700" dirty="0"/>
          </a:p>
        </p:txBody>
      </p:sp>
      <p:pic>
        <p:nvPicPr>
          <p:cNvPr id="6" name="Image 0" descr="img/fig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1138428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526280"/>
            <a:ext cx="6766560" cy="1874520"/>
          </a:xfrm>
          <a:prstGeom prst="roundRect">
            <a:avLst>
              <a:gd name="adj" fmla="val 3902"/>
            </a:avLst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実験条件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98348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・対象種目：バックスクワット（1RM の 60〜95%）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・計測装置：M5StickC Plus（バー装着）＋ スマートフォン（側面撮影）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・手順：各セットを挙上 → 終了直後に RPE を申告 → センサデータと紐付け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・比較手法：MediaPipe Pose / YOLO26 Pose（骨格推定モデル 2 種）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0" y="4526280"/>
            <a:ext cx="4142232" cy="1874520"/>
          </a:xfrm>
          <a:prstGeom prst="roundRect">
            <a:avLst>
              <a:gd name="adj" fmla="val 3902"/>
            </a:avLst>
          </a:prstGeom>
          <a:solidFill>
            <a:srgbClr val="F0F4F8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461772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評価方法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0" y="4983480"/>
            <a:ext cx="3776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・±1 RPE 以内ヒット率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（先行研究の到達値：93%）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・平均絶対誤差（MAE）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・被験者間クロスバリデーション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（未知の被験者への汎化性能）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現時点での進捗とまとめ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課題：バーベル・セーフティバーによる「遮蔽」で、従来の骨格推定は破綻する</a:t>
            </a:r>
            <a:endParaRPr lang="en-US" sz="1600" dirty="0"/>
          </a:p>
        </p:txBody>
      </p:sp>
      <p:pic>
        <p:nvPicPr>
          <p:cNvPr id="7" name="Image 0" descr="img/fig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6400800" cy="27471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03720" y="1481328"/>
            <a:ext cx="4828032" cy="3154680"/>
          </a:xfrm>
          <a:prstGeom prst="roundRect">
            <a:avLst>
              <a:gd name="adj" fmla="val 2899"/>
            </a:avLst>
          </a:prstGeom>
          <a:solidFill>
            <a:srgbClr val="E0F2F1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0" y="1627632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骨格推定モデルの選定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086600" y="2057400"/>
            <a:ext cx="4462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 Pose の採用により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検出失敗率が大幅に低減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86600" y="274320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 →  6%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086600" y="361188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遮蔽下でも安定した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骨格特徴の取得が可能に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846320"/>
            <a:ext cx="5454396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919472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現時点の成果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5266944"/>
            <a:ext cx="50886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・センサ・動画の同時計測システムを構築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・骨格推定モデルを比較し、遮蔽に強い手法を選定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・特徴量抽出から RPE 推定までの処理系を実装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77356" y="4846320"/>
            <a:ext cx="5454396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0236" y="4919472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今後の展開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60236" y="5266944"/>
            <a:ext cx="50886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・被験者データの収集と推定精度の検証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・計測環境の最適化（カメラ角度・センサ位置）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・RPE 申告補助・疲労管理ツールとしての実用化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2026-08-14T14:01:46Z</dcterms:created>
  <dcterms:modified xsi:type="dcterms:W3CDTF">2026-08-14T14:01:46Z</dcterms:modified>
</cp:coreProperties>
</file>