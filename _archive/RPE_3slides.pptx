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研究背景と課題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筋力トレーニングでは、負荷の決定を「アスリートの主観」に頼っている</a:t>
            </a:r>
            <a:endParaRPr lang="en-US" sz="2000" dirty="0"/>
          </a:p>
        </p:txBody>
      </p:sp>
      <p:pic>
        <p:nvPicPr>
          <p:cNvPr id="7" name="Image 0" descr="img/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1115568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RPE（主観的運動強度）とは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スクワット等のバーベル種目で広く使われる強度指標。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「あと何回挙げられるか」を 1〜10 の数値で申告する。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10 = 限界 / 9 = あと1回 / 8 = あと2回 / 7 = あと3回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7356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0236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既存手法の課題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0236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主観ゆえのばらつき（個人差・経験差が大きい）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日々のコンディションにより申告がぶれる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既存のセンサ計測はバー速度のみで、フォームの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 崩れなど質的な変化を捉えられない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実験方法：バー装着センサ ＋ 単眼動画による計測</a:t>
            </a:r>
            <a:endParaRPr lang="en-US" sz="2700" dirty="0"/>
          </a:p>
        </p:txBody>
      </p:sp>
      <p:pic>
        <p:nvPicPr>
          <p:cNvPr id="6" name="Image 0" descr="img/fig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8428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52628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実験条件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・対象種目：バックスクワット（1RM の 60〜95%）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・計測装置：M5StickC Plus（バー装着）＋ スマートフォン（側面撮影）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・手順：各セットを挙上 → 終了直後に RPE を申告 → センサデータと紐付け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・比較手法：MediaPipe Pose / YOLO26 Pose（骨格推定モデル 2 種）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4526280"/>
            <a:ext cx="4142232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61772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評価方法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4983480"/>
            <a:ext cx="3776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・±1 RPE 以内ヒット率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（先行研究の到達値：93%）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・平均絶対誤差（MAE）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・被験者間クロスバリデーション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（未知の被験者への汎化性能）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現時点での進捗とまとめ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課題：バーベル・セーフティバーによる「遮蔽」で、従来の骨格推定は破綻する</a:t>
            </a:r>
            <a:endParaRPr lang="en-US" sz="1600" dirty="0"/>
          </a:p>
        </p:txBody>
      </p:sp>
      <p:pic>
        <p:nvPicPr>
          <p:cNvPr id="7" name="Image 0" descr="img/fig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740664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69680" y="1600200"/>
            <a:ext cx="2862072" cy="2743200"/>
          </a:xfrm>
          <a:prstGeom prst="roundRect">
            <a:avLst>
              <a:gd name="adj" fmla="val 3333"/>
            </a:avLst>
          </a:prstGeom>
          <a:solidFill>
            <a:srgbClr val="E0F2F1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0" y="17373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骨格推定モデルの選定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06840" y="214884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 Pose の採用により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006840" y="274320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→ 6%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9006840" y="338328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遮蔽下でも安定した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骨格特徴の取得が可能に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現時点の成果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166360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・センサ・動画の同時計測システムを構築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・骨格推定モデルを比較し、遮蔽に強い手法を選定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・特徴量抽出から RPE 推定までの処理系を実装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77356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0236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今後の展開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60236" y="5166360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・被験者データの収集と推定精度の検証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・計測環境の最適化（カメラ角度・センサ位置）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・RPE 申告補助・疲労管理ツールとしての実用化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2026-08-06T12:34:29Z</dcterms:created>
  <dcterms:modified xsi:type="dcterms:W3CDTF">2026-08-06T12:34:29Z</dcterms:modified>
</cp:coreProperties>
</file>